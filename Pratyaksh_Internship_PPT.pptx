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12192000"/>
  <p:embeddedFontLst>
    <p:embeddedFont>
      <p:font typeface="Albert Sans" panose="020B0604020202020204" charset="0"/>
      <p:regular r:id="rId13"/>
    </p:embeddedFont>
    <p:embeddedFont>
      <p:font typeface="Albert Sans Bold" panose="020B0604020202020204" charset="0"/>
      <p:regular r:id="rId14"/>
    </p:embeddedFont>
    <p:embeddedFont>
      <p:font typeface="Albert Sans ExtraBold" panose="020B0604020202020204" charset="0"/>
      <p:regular r:id="rId15"/>
    </p:embeddedFont>
    <p:embeddedFont>
      <p:font typeface="Albert Sans Medium" panose="020B0604020202020204" charset="0"/>
      <p:regular r:id="rId16"/>
    </p:embeddedFont>
    <p:embeddedFont>
      <p:font typeface="Albert Sans SemiBold" panose="020B0604020202020204" charset="0"/>
      <p:regular r:id="rId17"/>
    </p:embeddedFont>
    <p:embeddedFont>
      <p:font typeface="Geist Mono" panose="020B0604020202020204" charset="0"/>
      <p:regular r:id="rId18"/>
    </p:embeddedFont>
    <p:embeddedFont>
      <p:font typeface="Geist Mono Bold" panose="020B0604020202020204" charset="0"/>
      <p:regular r:id="rId19"/>
    </p:embeddedFont>
    <p:embeddedFont>
      <p:font typeface="Geist Mono Medium" panose="020B0604020202020204" charset="0"/>
      <p:regular r:id="rId20"/>
    </p:embeddedFont>
    <p:embeddedFont>
      <p:font typeface="Geist Mono Semi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640580-4F3F-4C77-8770-8AD830D893A1}" v="3" dt="2026-09-10T13:04:32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pit Bhardwaj" userId="8cbf33bf0becb8e2" providerId="LiveId" clId="{4A89277A-47F9-4C15-87C3-169C932EEB3C}"/>
    <pc:docChg chg="undo redo custSel addSld delSld modSld sldOrd">
      <pc:chgData name="Arpit Bhardwaj" userId="8cbf33bf0becb8e2" providerId="LiveId" clId="{4A89277A-47F9-4C15-87C3-169C932EEB3C}" dt="2026-09-10T13:09:04.597" v="644" actId="115"/>
      <pc:docMkLst>
        <pc:docMk/>
      </pc:docMkLst>
      <pc:sldChg chg="addSp delSp modSp mod">
        <pc:chgData name="Arpit Bhardwaj" userId="8cbf33bf0becb8e2" providerId="LiveId" clId="{4A89277A-47F9-4C15-87C3-169C932EEB3C}" dt="2026-09-10T10:42:10.545" v="445" actId="2711"/>
        <pc:sldMkLst>
          <pc:docMk/>
          <pc:sldMk cId="0" sldId="256"/>
        </pc:sldMkLst>
        <pc:spChg chg="mod">
          <ac:chgData name="Arpit Bhardwaj" userId="8cbf33bf0becb8e2" providerId="LiveId" clId="{4A89277A-47F9-4C15-87C3-169C932EEB3C}" dt="2026-09-10T10:26:05.211" v="375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26:55.473" v="381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11:16.719" v="49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42:10.545" v="445" actId="2711"/>
          <ac:spMkLst>
            <pc:docMk/>
            <pc:sldMk cId="0" sldId="256"/>
            <ac:spMk id="5" creationId="{00000000-0000-0000-0000-000000000000}"/>
          </ac:spMkLst>
        </pc:spChg>
        <pc:spChg chg="add mod ord">
          <ac:chgData name="Arpit Bhardwaj" userId="8cbf33bf0becb8e2" providerId="LiveId" clId="{4A89277A-47F9-4C15-87C3-169C932EEB3C}" dt="2026-09-10T10:28:45.236" v="394" actId="14100"/>
          <ac:spMkLst>
            <pc:docMk/>
            <pc:sldMk cId="0" sldId="256"/>
            <ac:spMk id="14" creationId="{94884578-D74E-759E-3F44-9BF71A4BBCD0}"/>
          </ac:spMkLst>
        </pc:spChg>
        <pc:picChg chg="add del">
          <ac:chgData name="Arpit Bhardwaj" userId="8cbf33bf0becb8e2" providerId="LiveId" clId="{4A89277A-47F9-4C15-87C3-169C932EEB3C}" dt="2026-09-10T10:04:50.629" v="19" actId="22"/>
          <ac:picMkLst>
            <pc:docMk/>
            <pc:sldMk cId="0" sldId="256"/>
            <ac:picMk id="11" creationId="{A2A34CC9-D45F-6D84-EB27-720324FC3F8A}"/>
          </ac:picMkLst>
        </pc:picChg>
        <pc:picChg chg="add mod ord">
          <ac:chgData name="Arpit Bhardwaj" userId="8cbf33bf0becb8e2" providerId="LiveId" clId="{4A89277A-47F9-4C15-87C3-169C932EEB3C}" dt="2026-09-10T10:13:11.084" v="58" actId="1076"/>
          <ac:picMkLst>
            <pc:docMk/>
            <pc:sldMk cId="0" sldId="256"/>
            <ac:picMk id="13" creationId="{0C7C57AB-F853-A868-802A-6082FF96E813}"/>
          </ac:picMkLst>
        </pc:picChg>
      </pc:sldChg>
      <pc:sldChg chg="addSp delSp modSp mod">
        <pc:chgData name="Arpit Bhardwaj" userId="8cbf33bf0becb8e2" providerId="LiveId" clId="{4A89277A-47F9-4C15-87C3-169C932EEB3C}" dt="2026-09-10T11:29:40.632" v="577" actId="20577"/>
        <pc:sldMkLst>
          <pc:docMk/>
          <pc:sldMk cId="0" sldId="257"/>
        </pc:sldMkLst>
        <pc:spChg chg="mod">
          <ac:chgData name="Arpit Bhardwaj" userId="8cbf33bf0becb8e2" providerId="LiveId" clId="{4A89277A-47F9-4C15-87C3-169C932EEB3C}" dt="2026-09-10T10:31:23.515" v="400" actId="113"/>
          <ac:spMkLst>
            <pc:docMk/>
            <pc:sldMk cId="0" sldId="257"/>
            <ac:spMk id="2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32:24.497" v="402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32:24.497" v="402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9:40.632" v="577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32:40.841" v="403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32:01.136" v="401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32:01.136" v="401" actId="255"/>
          <ac:spMkLst>
            <pc:docMk/>
            <pc:sldMk cId="0" sldId="257"/>
            <ac:spMk id="9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32:47.321" v="404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32:01.136" v="401" actId="25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32:01.136" v="401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32:53.765" v="405" actId="25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32:01.136" v="401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32:01.136" v="401" actId="25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32:01.136" v="401" actId="25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0:32:01.136" v="401" actId="255"/>
          <ac:spMkLst>
            <pc:docMk/>
            <pc:sldMk cId="0" sldId="257"/>
            <ac:spMk id="17" creationId="{00000000-0000-0000-0000-000000000000}"/>
          </ac:spMkLst>
        </pc:spChg>
        <pc:spChg chg="add del">
          <ac:chgData name="Arpit Bhardwaj" userId="8cbf33bf0becb8e2" providerId="LiveId" clId="{4A89277A-47F9-4C15-87C3-169C932EEB3C}" dt="2026-09-10T10:34:06.544" v="410" actId="11529"/>
          <ac:spMkLst>
            <pc:docMk/>
            <pc:sldMk cId="0" sldId="257"/>
            <ac:spMk id="19" creationId="{96426E31-F32A-09BA-412A-0C1030EFF085}"/>
          </ac:spMkLst>
        </pc:spChg>
        <pc:spChg chg="add del">
          <ac:chgData name="Arpit Bhardwaj" userId="8cbf33bf0becb8e2" providerId="LiveId" clId="{4A89277A-47F9-4C15-87C3-169C932EEB3C}" dt="2026-09-10T10:34:18.606" v="412" actId="11529"/>
          <ac:spMkLst>
            <pc:docMk/>
            <pc:sldMk cId="0" sldId="257"/>
            <ac:spMk id="20" creationId="{9F586930-9489-3D55-C53A-FA8DDF9F95B6}"/>
          </ac:spMkLst>
        </pc:spChg>
        <pc:spChg chg="add del">
          <ac:chgData name="Arpit Bhardwaj" userId="8cbf33bf0becb8e2" providerId="LiveId" clId="{4A89277A-47F9-4C15-87C3-169C932EEB3C}" dt="2026-09-10T10:34:28.071" v="414" actId="11529"/>
          <ac:spMkLst>
            <pc:docMk/>
            <pc:sldMk cId="0" sldId="257"/>
            <ac:spMk id="21" creationId="{FA1D0625-C747-30C8-6AFB-A3BD48E5CC63}"/>
          </ac:spMkLst>
        </pc:spChg>
        <pc:spChg chg="add mod">
          <ac:chgData name="Arpit Bhardwaj" userId="8cbf33bf0becb8e2" providerId="LiveId" clId="{4A89277A-47F9-4C15-87C3-169C932EEB3C}" dt="2026-09-10T10:35:29.470" v="418" actId="14100"/>
          <ac:spMkLst>
            <pc:docMk/>
            <pc:sldMk cId="0" sldId="257"/>
            <ac:spMk id="22" creationId="{87E0E638-0373-0FF2-B04A-B0A144B778EA}"/>
          </ac:spMkLst>
        </pc:spChg>
      </pc:sldChg>
      <pc:sldChg chg="addSp modSp mod">
        <pc:chgData name="Arpit Bhardwaj" userId="8cbf33bf0becb8e2" providerId="LiveId" clId="{4A89277A-47F9-4C15-87C3-169C932EEB3C}" dt="2026-09-10T11:30:49.443" v="586" actId="207"/>
        <pc:sldMkLst>
          <pc:docMk/>
          <pc:sldMk cId="0" sldId="258"/>
        </pc:sldMkLst>
        <pc:spChg chg="mod">
          <ac:chgData name="Arpit Bhardwaj" userId="8cbf33bf0becb8e2" providerId="LiveId" clId="{4A89277A-47F9-4C15-87C3-169C932EEB3C}" dt="2026-09-10T11:30:21.922" v="580" actId="1076"/>
          <ac:spMkLst>
            <pc:docMk/>
            <pc:sldMk cId="0" sldId="258"/>
            <ac:spMk id="2" creationId="{00000000-0000-0000-0000-000000000000}"/>
          </ac:spMkLst>
        </pc:spChg>
        <pc:spChg chg="add mod">
          <ac:chgData name="Arpit Bhardwaj" userId="8cbf33bf0becb8e2" providerId="LiveId" clId="{4A89277A-47F9-4C15-87C3-169C932EEB3C}" dt="2026-09-10T11:30:49.443" v="586" actId="207"/>
          <ac:spMkLst>
            <pc:docMk/>
            <pc:sldMk cId="0" sldId="258"/>
            <ac:spMk id="14" creationId="{76EAC545-3593-ED90-0E1C-F45FB44A6945}"/>
          </ac:spMkLst>
        </pc:spChg>
      </pc:sldChg>
      <pc:sldChg chg="addSp modSp mod">
        <pc:chgData name="Arpit Bhardwaj" userId="8cbf33bf0becb8e2" providerId="LiveId" clId="{4A89277A-47F9-4C15-87C3-169C932EEB3C}" dt="2026-09-10T11:29:19.115" v="576" actId="207"/>
        <pc:sldMkLst>
          <pc:docMk/>
          <pc:sldMk cId="0" sldId="259"/>
        </pc:sldMkLst>
        <pc:spChg chg="mod">
          <ac:chgData name="Arpit Bhardwaj" userId="8cbf33bf0becb8e2" providerId="LiveId" clId="{4A89277A-47F9-4C15-87C3-169C932EEB3C}" dt="2026-09-10T11:29:06.136" v="573" actId="20577"/>
          <ac:spMkLst>
            <pc:docMk/>
            <pc:sldMk cId="0" sldId="259"/>
            <ac:spMk id="28" creationId="{00000000-0000-0000-0000-000000000000}"/>
          </ac:spMkLst>
        </pc:spChg>
        <pc:spChg chg="add mod">
          <ac:chgData name="Arpit Bhardwaj" userId="8cbf33bf0becb8e2" providerId="LiveId" clId="{4A89277A-47F9-4C15-87C3-169C932EEB3C}" dt="2026-09-10T11:29:19.115" v="576" actId="207"/>
          <ac:spMkLst>
            <pc:docMk/>
            <pc:sldMk cId="0" sldId="259"/>
            <ac:spMk id="30" creationId="{D55A6DF5-6AB5-A82D-2E1C-5FB1C5B7F2F8}"/>
          </ac:spMkLst>
        </pc:spChg>
      </pc:sldChg>
      <pc:sldChg chg="modSp del mod">
        <pc:chgData name="Arpit Bhardwaj" userId="8cbf33bf0becb8e2" providerId="LiveId" clId="{4A89277A-47F9-4C15-87C3-169C932EEB3C}" dt="2026-09-10T11:28:26.839" v="567" actId="2696"/>
        <pc:sldMkLst>
          <pc:docMk/>
          <pc:sldMk cId="0" sldId="260"/>
        </pc:sldMkLst>
        <pc:spChg chg="mod">
          <ac:chgData name="Arpit Bhardwaj" userId="8cbf33bf0becb8e2" providerId="LiveId" clId="{4A89277A-47F9-4C15-87C3-169C932EEB3C}" dt="2026-09-10T10:42:06.786" v="443" actId="14100"/>
          <ac:spMkLst>
            <pc:docMk/>
            <pc:sldMk cId="0" sldId="260"/>
            <ac:spMk id="10" creationId="{00000000-0000-0000-0000-000000000000}"/>
          </ac:spMkLst>
        </pc:spChg>
      </pc:sldChg>
      <pc:sldChg chg="del">
        <pc:chgData name="Arpit Bhardwaj" userId="8cbf33bf0becb8e2" providerId="LiveId" clId="{4A89277A-47F9-4C15-87C3-169C932EEB3C}" dt="2026-09-10T11:28:16.890" v="566" actId="2696"/>
        <pc:sldMkLst>
          <pc:docMk/>
          <pc:sldMk cId="0" sldId="261"/>
        </pc:sldMkLst>
      </pc:sldChg>
      <pc:sldChg chg="addSp modSp mod">
        <pc:chgData name="Arpit Bhardwaj" userId="8cbf33bf0becb8e2" providerId="LiveId" clId="{4A89277A-47F9-4C15-87C3-169C932EEB3C}" dt="2026-09-10T11:28:52.339" v="572" actId="208"/>
        <pc:sldMkLst>
          <pc:docMk/>
          <pc:sldMk cId="0" sldId="262"/>
        </pc:sldMkLst>
        <pc:spChg chg="add mod">
          <ac:chgData name="Arpit Bhardwaj" userId="8cbf33bf0becb8e2" providerId="LiveId" clId="{4A89277A-47F9-4C15-87C3-169C932EEB3C}" dt="2026-09-10T11:28:52.339" v="572" actId="208"/>
          <ac:spMkLst>
            <pc:docMk/>
            <pc:sldMk cId="0" sldId="262"/>
            <ac:spMk id="29" creationId="{732FECFB-B332-8F7E-78F8-C7542F6B8B29}"/>
          </ac:spMkLst>
        </pc:spChg>
      </pc:sldChg>
      <pc:sldChg chg="addSp modSp mod">
        <pc:chgData name="Arpit Bhardwaj" userId="8cbf33bf0becb8e2" providerId="LiveId" clId="{4A89277A-47F9-4C15-87C3-169C932EEB3C}" dt="2026-09-10T11:27:44.065" v="565" actId="1076"/>
        <pc:sldMkLst>
          <pc:docMk/>
          <pc:sldMk cId="0" sldId="263"/>
        </pc:sldMkLst>
        <pc:spChg chg="add mod">
          <ac:chgData name="Arpit Bhardwaj" userId="8cbf33bf0becb8e2" providerId="LiveId" clId="{4A89277A-47F9-4C15-87C3-169C932EEB3C}" dt="2026-09-10T11:27:44.065" v="565" actId="1076"/>
          <ac:spMkLst>
            <pc:docMk/>
            <pc:sldMk cId="0" sldId="263"/>
            <ac:spMk id="3" creationId="{A9C4BC0C-51B9-8CA8-43C4-7457094E8D65}"/>
          </ac:spMkLst>
        </pc:spChg>
        <pc:spChg chg="mod">
          <ac:chgData name="Arpit Bhardwaj" userId="8cbf33bf0becb8e2" providerId="LiveId" clId="{4A89277A-47F9-4C15-87C3-169C932EEB3C}" dt="2026-09-10T11:25:30.686" v="549" actId="20577"/>
          <ac:spMkLst>
            <pc:docMk/>
            <pc:sldMk cId="0" sldId="263"/>
            <ac:spMk id="4" creationId="{00000000-0000-0000-0000-000000000000}"/>
          </ac:spMkLst>
        </pc:spChg>
        <pc:graphicFrameChg chg="mod modGraphic">
          <ac:chgData name="Arpit Bhardwaj" userId="8cbf33bf0becb8e2" providerId="LiveId" clId="{4A89277A-47F9-4C15-87C3-169C932EEB3C}" dt="2026-09-10T11:25:57.493" v="551" actId="1076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addSp modSp mod">
        <pc:chgData name="Arpit Bhardwaj" userId="8cbf33bf0becb8e2" providerId="LiveId" clId="{4A89277A-47F9-4C15-87C3-169C932EEB3C}" dt="2026-09-10T11:27:04.856" v="559" actId="208"/>
        <pc:sldMkLst>
          <pc:docMk/>
          <pc:sldMk cId="0" sldId="264"/>
        </pc:sldMkLst>
        <pc:spChg chg="mod">
          <ac:chgData name="Arpit Bhardwaj" userId="8cbf33bf0becb8e2" providerId="LiveId" clId="{4A89277A-47F9-4C15-87C3-169C932EEB3C}" dt="2026-09-10T11:23:15.832" v="456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2:50.498" v="454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3:01.218" v="455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1:28.741" v="448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0:55.971" v="446" actId="20577"/>
          <ac:spMkLst>
            <pc:docMk/>
            <pc:sldMk cId="0" sldId="264"/>
            <ac:spMk id="6" creationId="{00000000-0000-0000-0000-000000000000}"/>
          </ac:spMkLst>
        </pc:spChg>
        <pc:spChg chg="add mod">
          <ac:chgData name="Arpit Bhardwaj" userId="8cbf33bf0becb8e2" providerId="LiveId" clId="{4A89277A-47F9-4C15-87C3-169C932EEB3C}" dt="2026-09-10T11:27:04.856" v="559" actId="208"/>
          <ac:spMkLst>
            <pc:docMk/>
            <pc:sldMk cId="0" sldId="264"/>
            <ac:spMk id="8" creationId="{62548B3F-8B49-A37B-49AE-033C930CB141}"/>
          </ac:spMkLst>
        </pc:spChg>
      </pc:sldChg>
      <pc:sldChg chg="addSp modSp mod">
        <pc:chgData name="Arpit Bhardwaj" userId="8cbf33bf0becb8e2" providerId="LiveId" clId="{4A89277A-47F9-4C15-87C3-169C932EEB3C}" dt="2026-09-10T11:25:13.011" v="547" actId="14100"/>
        <pc:sldMkLst>
          <pc:docMk/>
          <pc:sldMk cId="0" sldId="265"/>
        </pc:sldMkLst>
        <pc:spChg chg="mod">
          <ac:chgData name="Arpit Bhardwaj" userId="8cbf33bf0becb8e2" providerId="LiveId" clId="{4A89277A-47F9-4C15-87C3-169C932EEB3C}" dt="2026-09-10T11:24:29.725" v="540" actId="255"/>
          <ac:spMkLst>
            <pc:docMk/>
            <pc:sldMk cId="0" sldId="265"/>
            <ac:spMk id="3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4:29.725" v="540" actId="255"/>
          <ac:spMkLst>
            <pc:docMk/>
            <pc:sldMk cId="0" sldId="265"/>
            <ac:spMk id="4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4:29.725" v="540" actId="255"/>
          <ac:spMkLst>
            <pc:docMk/>
            <pc:sldMk cId="0" sldId="265"/>
            <ac:spMk id="5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4:29.725" v="540" actId="255"/>
          <ac:spMkLst>
            <pc:docMk/>
            <pc:sldMk cId="0" sldId="265"/>
            <ac:spMk id="6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4:29.725" v="540" actId="255"/>
          <ac:spMkLst>
            <pc:docMk/>
            <pc:sldMk cId="0" sldId="265"/>
            <ac:spMk id="7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4:29.725" v="540" actId="255"/>
          <ac:spMkLst>
            <pc:docMk/>
            <pc:sldMk cId="0" sldId="265"/>
            <ac:spMk id="8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4:29.725" v="540" actId="255"/>
          <ac:spMkLst>
            <pc:docMk/>
            <pc:sldMk cId="0" sldId="265"/>
            <ac:spMk id="9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4:29.725" v="540" actId="255"/>
          <ac:spMkLst>
            <pc:docMk/>
            <pc:sldMk cId="0" sldId="265"/>
            <ac:spMk id="10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4:29.725" v="540" actId="255"/>
          <ac:spMkLst>
            <pc:docMk/>
            <pc:sldMk cId="0" sldId="265"/>
            <ac:spMk id="11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4:29.725" v="540" actId="25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rpit Bhardwaj" userId="8cbf33bf0becb8e2" providerId="LiveId" clId="{4A89277A-47F9-4C15-87C3-169C932EEB3C}" dt="2026-09-10T11:23:54.311" v="539" actId="20577"/>
          <ac:spMkLst>
            <pc:docMk/>
            <pc:sldMk cId="0" sldId="265"/>
            <ac:spMk id="15" creationId="{00000000-0000-0000-0000-000000000000}"/>
          </ac:spMkLst>
        </pc:spChg>
        <pc:spChg chg="add mod">
          <ac:chgData name="Arpit Bhardwaj" userId="8cbf33bf0becb8e2" providerId="LiveId" clId="{4A89277A-47F9-4C15-87C3-169C932EEB3C}" dt="2026-09-10T11:25:13.011" v="547" actId="14100"/>
          <ac:spMkLst>
            <pc:docMk/>
            <pc:sldMk cId="0" sldId="265"/>
            <ac:spMk id="18" creationId="{650A0B59-0117-293B-8BE0-16159D156D97}"/>
          </ac:spMkLst>
        </pc:spChg>
      </pc:sldChg>
      <pc:sldChg chg="add del">
        <pc:chgData name="Arpit Bhardwaj" userId="8cbf33bf0becb8e2" providerId="LiveId" clId="{4A89277A-47F9-4C15-87C3-169C932EEB3C}" dt="2026-09-10T12:54:28.085" v="588" actId="2890"/>
        <pc:sldMkLst>
          <pc:docMk/>
          <pc:sldMk cId="2144668676" sldId="266"/>
        </pc:sldMkLst>
      </pc:sldChg>
      <pc:sldChg chg="addSp delSp modSp new mod">
        <pc:chgData name="Arpit Bhardwaj" userId="8cbf33bf0becb8e2" providerId="LiveId" clId="{4A89277A-47F9-4C15-87C3-169C932EEB3C}" dt="2026-09-10T13:00:01.368" v="600" actId="14100"/>
        <pc:sldMkLst>
          <pc:docMk/>
          <pc:sldMk cId="3194103642" sldId="266"/>
        </pc:sldMkLst>
        <pc:picChg chg="add del mod">
          <ac:chgData name="Arpit Bhardwaj" userId="8cbf33bf0becb8e2" providerId="LiveId" clId="{4A89277A-47F9-4C15-87C3-169C932EEB3C}" dt="2026-09-10T12:58:51.861" v="595" actId="21"/>
          <ac:picMkLst>
            <pc:docMk/>
            <pc:sldMk cId="3194103642" sldId="266"/>
            <ac:picMk id="3" creationId="{D93DA51B-51D2-7258-8090-FFE1B073FE4F}"/>
          </ac:picMkLst>
        </pc:picChg>
        <pc:picChg chg="add mod">
          <ac:chgData name="Arpit Bhardwaj" userId="8cbf33bf0becb8e2" providerId="LiveId" clId="{4A89277A-47F9-4C15-87C3-169C932EEB3C}" dt="2026-09-10T13:00:01.368" v="600" actId="14100"/>
          <ac:picMkLst>
            <pc:docMk/>
            <pc:sldMk cId="3194103642" sldId="266"/>
            <ac:picMk id="5" creationId="{39CA00DF-0690-CE56-12B5-BFFE39AD4852}"/>
          </ac:picMkLst>
        </pc:picChg>
      </pc:sldChg>
      <pc:sldChg chg="addSp delSp modSp new mod ord">
        <pc:chgData name="Arpit Bhardwaj" userId="8cbf33bf0becb8e2" providerId="LiveId" clId="{4A89277A-47F9-4C15-87C3-169C932EEB3C}" dt="2026-09-10T13:09:04.597" v="644" actId="115"/>
        <pc:sldMkLst>
          <pc:docMk/>
          <pc:sldMk cId="1261589516" sldId="267"/>
        </pc:sldMkLst>
        <pc:spChg chg="add mod">
          <ac:chgData name="Arpit Bhardwaj" userId="8cbf33bf0becb8e2" providerId="LiveId" clId="{4A89277A-47F9-4C15-87C3-169C932EEB3C}" dt="2026-09-10T13:03:56.268" v="613" actId="207"/>
          <ac:spMkLst>
            <pc:docMk/>
            <pc:sldMk cId="1261589516" sldId="267"/>
            <ac:spMk id="4" creationId="{D2F1D86E-964F-01CD-10EA-DC1F10299097}"/>
          </ac:spMkLst>
        </pc:spChg>
        <pc:spChg chg="add mod">
          <ac:chgData name="Arpit Bhardwaj" userId="8cbf33bf0becb8e2" providerId="LiveId" clId="{4A89277A-47F9-4C15-87C3-169C932EEB3C}" dt="2026-09-10T13:09:04.597" v="644" actId="115"/>
          <ac:spMkLst>
            <pc:docMk/>
            <pc:sldMk cId="1261589516" sldId="267"/>
            <ac:spMk id="5" creationId="{A64F698F-5629-0CB9-657B-6D9837B42A66}"/>
          </ac:spMkLst>
        </pc:spChg>
        <pc:spChg chg="add mod">
          <ac:chgData name="Arpit Bhardwaj" userId="8cbf33bf0becb8e2" providerId="LiveId" clId="{4A89277A-47F9-4C15-87C3-169C932EEB3C}" dt="2026-09-10T13:08:36.133" v="641" actId="14100"/>
          <ac:spMkLst>
            <pc:docMk/>
            <pc:sldMk cId="1261589516" sldId="267"/>
            <ac:spMk id="6" creationId="{39D70E81-D2EA-F0FA-D0BE-408177F808B0}"/>
          </ac:spMkLst>
        </pc:spChg>
        <pc:spChg chg="add mod">
          <ac:chgData name="Arpit Bhardwaj" userId="8cbf33bf0becb8e2" providerId="LiveId" clId="{4A89277A-47F9-4C15-87C3-169C932EEB3C}" dt="2026-09-10T13:08:54.936" v="643" actId="207"/>
          <ac:spMkLst>
            <pc:docMk/>
            <pc:sldMk cId="1261589516" sldId="267"/>
            <ac:spMk id="7" creationId="{C8FCFB3B-2CF3-3A66-D7AA-ACC1EC8F3FBC}"/>
          </ac:spMkLst>
        </pc:spChg>
        <pc:picChg chg="add del mod">
          <ac:chgData name="Arpit Bhardwaj" userId="8cbf33bf0becb8e2" providerId="LiveId" clId="{4A89277A-47F9-4C15-87C3-169C932EEB3C}" dt="2026-09-10T13:03:37.284" v="609" actId="21"/>
          <ac:picMkLst>
            <pc:docMk/>
            <pc:sldMk cId="1261589516" sldId="267"/>
            <ac:picMk id="3" creationId="{D7C3EDE5-FCBA-DF64-1695-C699202F172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94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organization, and the one-line description of the project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roles, one system — that framing carries the rest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gap first, then the single-application answer. Do not oversell — this is a student project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objectives; the sixth cell is deliberately a pointer, not a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modules, one per column. Say which one you built first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working rhythm, not a calendar. Mention what Postman caught before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learning outcome — that is what the internship is assessed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 here: the first two extend existing modules, the last three need data or a new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4884578-D74E-759E-3F44-9BF71A4BBCD0}"/>
              </a:ext>
            </a:extLst>
          </p:cNvPr>
          <p:cNvSpPr/>
          <p:nvPr/>
        </p:nvSpPr>
        <p:spPr>
          <a:xfrm>
            <a:off x="10819519" y="6536763"/>
            <a:ext cx="1371566" cy="2958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0C7C57AB-F853-A868-802A-6082FF96E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797" y="50719"/>
            <a:ext cx="4662917" cy="179381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1828800"/>
            <a:ext cx="11480513" cy="119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4000" kern="0" spc="-53" dirty="0">
                <a:solidFill>
                  <a:srgbClr val="17181C"/>
                </a:solidFill>
                <a:latin typeface="Albert Sans ExtraBold" pitchFamily="34" charset="0"/>
                <a:ea typeface="Albert Sans ExtraBold" pitchFamily="34" charset="-122"/>
                <a:cs typeface="Albert Sans ExtraBold" pitchFamily="34" charset="-120"/>
              </a:rPr>
              <a:t>Internship</a:t>
            </a:r>
          </a:p>
          <a:p>
            <a:pPr marL="0" indent="0" algn="ctr">
              <a:lnSpc>
                <a:spcPct val="88000"/>
              </a:lnSpc>
              <a:buNone/>
            </a:pPr>
            <a:r>
              <a:rPr lang="en-US" sz="1600" kern="0" spc="-53" dirty="0">
                <a:solidFill>
                  <a:srgbClr val="17181C"/>
                </a:solidFill>
                <a:latin typeface="Albert Sans ExtraBold" pitchFamily="34" charset="0"/>
              </a:rPr>
              <a:t>( As FullStack Developer 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673846"/>
            <a:ext cx="12192000" cy="501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800" kern="0" spc="-53" dirty="0">
                <a:solidFill>
                  <a:srgbClr val="17181C"/>
                </a:solidFill>
                <a:latin typeface="Albert Sans ExtraBold" pitchFamily="34" charset="0"/>
                <a:ea typeface="Albert Sans ExtraBold" pitchFamily="34" charset="-122"/>
                <a:cs typeface="Albert Sans ExtraBold" pitchFamily="34" charset="-120"/>
              </a:rPr>
              <a:t>Project: </a:t>
            </a:r>
            <a:r>
              <a:rPr lang="en-US" sz="2800" kern="0" spc="-53" dirty="0">
                <a:solidFill>
                  <a:srgbClr val="2F55E0"/>
                </a:solidFill>
                <a:latin typeface="Albert Sans ExtraBold" pitchFamily="34" charset="0"/>
                <a:ea typeface="Albert Sans ExtraBold" pitchFamily="34" charset="-122"/>
                <a:cs typeface="Albert Sans ExtraBold" pitchFamily="34" charset="-120"/>
              </a:rPr>
              <a:t>Online Course &amp; Learning Management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1182" y="2762845"/>
            <a:ext cx="1137891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1182" y="3347045"/>
            <a:ext cx="11480818" cy="2875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2400" dirty="0">
              <a:latin typeface="Albert Sans Bold" panose="020B0604020202020204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latin typeface="Albert Sans" panose="020B0604020202020204" charset="0"/>
              </a:rPr>
              <a:t>Name:</a:t>
            </a:r>
            <a:r>
              <a:rPr lang="en-US" sz="2400" dirty="0">
                <a:latin typeface="Albert Sans Bold" panose="020B0604020202020204" charset="0"/>
              </a:rPr>
              <a:t> </a:t>
            </a:r>
            <a:r>
              <a:rPr lang="en-US" sz="2400" dirty="0">
                <a:latin typeface="Albert Sans ExtraBold" panose="020B0604020202020204" charset="0"/>
              </a:rPr>
              <a:t>PRATYAKSH BHARDWAJ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latin typeface="Albert Sans" panose="020B0604020202020204" charset="0"/>
              </a:rPr>
              <a:t>Roll No.:</a:t>
            </a:r>
            <a:r>
              <a:rPr lang="en-US" sz="2400" dirty="0">
                <a:latin typeface="Albert Sans Bold" panose="020B0604020202020204" charset="0"/>
              </a:rPr>
              <a:t> 25SCS1003000700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latin typeface="Albert Sans" panose="020B0604020202020204" charset="0"/>
              </a:rPr>
              <a:t>Batch:</a:t>
            </a:r>
            <a:r>
              <a:rPr lang="en-US" sz="2400" dirty="0">
                <a:latin typeface="Albert Sans Bold" panose="020B0604020202020204" charset="0"/>
              </a:rPr>
              <a:t> 2CSE37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latin typeface="Albert Sans" panose="020B0604020202020204" charset="0"/>
              </a:rPr>
              <a:t>Program &amp; Semester: </a:t>
            </a:r>
            <a:r>
              <a:rPr lang="en-US" sz="2400" dirty="0">
                <a:latin typeface="Albert Sans Bold" panose="020B0604020202020204" charset="0"/>
              </a:rPr>
              <a:t>B.Tech &amp; Sem-3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latin typeface="Albert Sans" panose="020B0604020202020204" charset="0"/>
              </a:rPr>
              <a:t>Organization Name: </a:t>
            </a:r>
            <a:r>
              <a:rPr lang="en-US" sz="2400" dirty="0">
                <a:latin typeface="Albert Sans Bold" panose="020B0604020202020204" charset="0"/>
              </a:rPr>
              <a:t>CODEC Technologies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050" dirty="0">
              <a:latin typeface="Albert Sans Bold" panose="020B060402020202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1182" y="3613051"/>
            <a:ext cx="10769331" cy="71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550"/>
              </a:spcAft>
              <a:buNone/>
            </a:pP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261343" y="3683000"/>
            <a:ext cx="1320767" cy="1320800"/>
          </a:xfrm>
          <a:prstGeom prst="roundRect">
            <a:avLst>
              <a:gd name="adj" fmla="val 9231"/>
            </a:avLst>
          </a:prstGeom>
          <a:solidFill>
            <a:srgbClr val="E8EDFB">
              <a:alpha val="45000"/>
            </a:srgbClr>
          </a:solidFill>
          <a:ln w="6350">
            <a:solidFill>
              <a:srgbClr val="2F55E0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965976" y="4254500"/>
            <a:ext cx="1473163" cy="1473200"/>
          </a:xfrm>
          <a:prstGeom prst="roundRect">
            <a:avLst>
              <a:gd name="adj" fmla="val 8276"/>
            </a:avLst>
          </a:prstGeom>
          <a:solidFill>
            <a:srgbClr val="E8EDFB">
              <a:alpha val="72000"/>
            </a:srgbClr>
          </a:solidFill>
          <a:ln w="6350">
            <a:solidFill>
              <a:srgbClr val="2F55E0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51759" y="4851400"/>
            <a:ext cx="1371566" cy="1371600"/>
          </a:xfrm>
          <a:prstGeom prst="roundRect">
            <a:avLst>
              <a:gd name="adj" fmla="val 8889"/>
            </a:avLst>
          </a:prstGeom>
          <a:solidFill>
            <a:srgbClr val="2F55E0">
              <a:alpha val="12000"/>
            </a:srgbClr>
          </a:solidFill>
          <a:ln w="6350">
            <a:solidFill>
              <a:srgbClr val="2F55E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89558"/>
            <a:ext cx="6349841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kern="0" spc="105" dirty="0">
                <a:solidFill>
                  <a:srgbClr val="6E717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INTRODUCTION</a:t>
            </a:r>
            <a:endParaRPr lang="en-US" sz="2400" b="1" dirty="0"/>
          </a:p>
        </p:txBody>
      </p:sp>
      <p:sp>
        <p:nvSpPr>
          <p:cNvPr id="3" name="Text 1"/>
          <p:cNvSpPr/>
          <p:nvPr/>
        </p:nvSpPr>
        <p:spPr>
          <a:xfrm>
            <a:off x="609585" y="1426369"/>
            <a:ext cx="5740256" cy="1534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800" kern="0" spc="-84" dirty="0">
                <a:solidFill>
                  <a:srgbClr val="17181C"/>
                </a:solidFill>
                <a:latin typeface="Albert Sans ExtraBold" pitchFamily="34" charset="0"/>
                <a:ea typeface="Albert Sans ExtraBold" pitchFamily="34" charset="-122"/>
                <a:cs typeface="Albert Sans ExtraBold" pitchFamily="34" charset="-120"/>
              </a:rPr>
              <a:t>One platform for courses, learners </a:t>
            </a:r>
            <a:r>
              <a:rPr lang="en-US" sz="3800" kern="0" spc="-84" dirty="0">
                <a:solidFill>
                  <a:srgbClr val="2F55E0"/>
                </a:solidFill>
                <a:latin typeface="Albert Sans ExtraBold" pitchFamily="34" charset="0"/>
                <a:ea typeface="Albert Sans ExtraBold" pitchFamily="34" charset="-122"/>
                <a:cs typeface="Albert Sans ExtraBold" pitchFamily="34" charset="-120"/>
              </a:rPr>
              <a:t>and the people who run them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3229074"/>
            <a:ext cx="1894237" cy="19050"/>
          </a:xfrm>
          <a:prstGeom prst="roundRect">
            <a:avLst>
              <a:gd name="adj" fmla="val 49999"/>
            </a:avLst>
          </a:prstGeom>
          <a:solidFill>
            <a:srgbClr val="E3E5EA"/>
          </a:solidFill>
          <a:ln/>
        </p:spPr>
        <p:txBody>
          <a:bodyPr/>
          <a:lstStyle/>
          <a:p>
            <a:endParaRPr lang="en-IN" sz="1600"/>
          </a:p>
        </p:txBody>
      </p:sp>
      <p:sp>
        <p:nvSpPr>
          <p:cNvPr id="5" name="Text 3"/>
          <p:cNvSpPr/>
          <p:nvPr/>
        </p:nvSpPr>
        <p:spPr>
          <a:xfrm>
            <a:off x="609585" y="3424337"/>
            <a:ext cx="57402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web-based Learning Management System built during a Full Stack Developer internship at Codec Technologies.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129187"/>
            <a:ext cx="574025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64119" y="1154311"/>
            <a:ext cx="492757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0" spc="105" dirty="0">
                <a:solidFill>
                  <a:srgbClr val="6E717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INSTRUCTORS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64119" y="1426369"/>
            <a:ext cx="431799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kern="0" spc="-9" dirty="0">
                <a:solidFill>
                  <a:srgbClr val="17181C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Build and publish courses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64119" y="1885454"/>
            <a:ext cx="43179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Upload content, structure a curriculum, and set assessments.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64119" y="2806204"/>
            <a:ext cx="492757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0" spc="105" dirty="0">
                <a:solidFill>
                  <a:srgbClr val="6E717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LEARNERS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64119" y="3078262"/>
            <a:ext cx="431799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kern="0" spc="-9" dirty="0">
                <a:solidFill>
                  <a:srgbClr val="17181C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Enroll and progress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64119" y="3537347"/>
            <a:ext cx="43179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Browse the catalogue, take courses, and see how far they have come.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64119" y="4458097"/>
            <a:ext cx="492757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0" spc="105" dirty="0">
                <a:solidFill>
                  <a:srgbClr val="6E717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ADMINS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64119" y="4730155"/>
            <a:ext cx="431799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kern="0" spc="-9" dirty="0">
                <a:solidFill>
                  <a:srgbClr val="17181C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Oversee the system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64119" y="5189240"/>
            <a:ext cx="43179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Manage users, courses, and access from one dashboard.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264119" y="2596654"/>
            <a:ext cx="4317991" cy="12700"/>
          </a:xfrm>
          <a:prstGeom prst="rect">
            <a:avLst/>
          </a:prstGeom>
          <a:solidFill>
            <a:srgbClr val="E3E5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264119" y="4248547"/>
            <a:ext cx="4317991" cy="12700"/>
          </a:xfrm>
          <a:prstGeom prst="rect">
            <a:avLst/>
          </a:prstGeom>
          <a:solidFill>
            <a:srgbClr val="E3E5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413145" y="6462713"/>
            <a:ext cx="7785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95" dirty="0">
                <a:solidFill>
                  <a:srgbClr val="2F55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9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E0E638-0373-0FF2-B04A-B0A144B778EA}"/>
              </a:ext>
            </a:extLst>
          </p:cNvPr>
          <p:cNvSpPr/>
          <p:nvPr/>
        </p:nvSpPr>
        <p:spPr>
          <a:xfrm>
            <a:off x="11107271" y="6462713"/>
            <a:ext cx="995082" cy="389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4312"/>
            <a:ext cx="1158211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kern="0" spc="105" dirty="0">
                <a:solidFill>
                  <a:srgbClr val="6E717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PROBLEM STATEMENT</a:t>
            </a:r>
            <a:endParaRPr lang="en-US" sz="2400" b="1" dirty="0"/>
          </a:p>
        </p:txBody>
      </p:sp>
      <p:sp>
        <p:nvSpPr>
          <p:cNvPr id="3" name="Text 1"/>
          <p:cNvSpPr/>
          <p:nvPr/>
        </p:nvSpPr>
        <p:spPr>
          <a:xfrm>
            <a:off x="609585" y="805458"/>
            <a:ext cx="10972526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0" spc="-79" dirty="0">
                <a:solidFill>
                  <a:srgbClr val="17181C"/>
                </a:solidFill>
                <a:latin typeface="Albert Sans ExtraBold" pitchFamily="34" charset="0"/>
                <a:ea typeface="Albert Sans ExtraBold" pitchFamily="34" charset="-122"/>
                <a:cs typeface="Albert Sans ExtraBold" pitchFamily="34" charset="-120"/>
              </a:rPr>
              <a:t>Classroom learning does not scale; the tools that should help are </a:t>
            </a:r>
            <a:r>
              <a:rPr lang="en-US" sz="3600" kern="0" spc="-79" dirty="0">
                <a:solidFill>
                  <a:srgbClr val="2F55E0"/>
                </a:solidFill>
                <a:latin typeface="Albert Sans ExtraBold" pitchFamily="34" charset="0"/>
                <a:ea typeface="Albert Sans ExtraBold" pitchFamily="34" charset="-122"/>
                <a:cs typeface="Albert Sans ExtraBold" pitchFamily="34" charset="-120"/>
              </a:rPr>
              <a:t>fragmented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042914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E3E5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585" y="2308027"/>
            <a:ext cx="5257668" cy="3490813"/>
          </a:xfrm>
          <a:prstGeom prst="roundRect">
            <a:avLst>
              <a:gd name="adj" fmla="val 2619"/>
            </a:avLst>
          </a:prstGeom>
          <a:noFill/>
          <a:ln w="6350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95328" y="2568377"/>
            <a:ext cx="529576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0" spc="105" dirty="0">
                <a:solidFill>
                  <a:srgbClr val="6E717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TODAY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5328" y="2881709"/>
          <a:ext cx="4686183" cy="2022433"/>
        </p:xfrm>
        <a:graphic>
          <a:graphicData uri="http://schemas.openxmlformats.org/drawingml/2006/table">
            <a:tbl>
              <a:tblPr/>
              <a:tblGrid>
                <a:gridCol w="4686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3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18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Learning limited by location, schedule and pace</a:t>
                      </a:r>
                      <a:endParaRPr lang="en-US" sz="125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1777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18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No affordable, unified system to host courses</a:t>
                      </a:r>
                      <a:endParaRPr lang="en-US" sz="125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1777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18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Learner records and progress kept separately</a:t>
                      </a:r>
                      <a:endParaRPr lang="en-US" sz="125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1777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18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Existing tools hard to scale or customize</a:t>
                      </a:r>
                      <a:endParaRPr lang="en-US" sz="125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1777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95328" y="4901009"/>
            <a:ext cx="52957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21" dirty="0">
                <a:solidFill>
                  <a:srgbClr val="6E717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Institutions stitch several tools together.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24442" y="2308027"/>
            <a:ext cx="5257668" cy="3490813"/>
          </a:xfrm>
          <a:prstGeom prst="roundRect">
            <a:avLst>
              <a:gd name="adj" fmla="val 2619"/>
            </a:avLst>
          </a:prstGeom>
          <a:noFill/>
          <a:ln w="6350">
            <a:solidFill>
              <a:srgbClr val="2F55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610185" y="2568377"/>
            <a:ext cx="529576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0" spc="105" dirty="0">
                <a:solidFill>
                  <a:srgbClr val="6E717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WHAT IS NEEDED</a:t>
            </a:r>
            <a:endParaRPr lang="en-US" sz="10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0185" y="2881709"/>
          <a:ext cx="4686183" cy="2362140"/>
        </p:xfrm>
        <a:graphic>
          <a:graphicData uri="http://schemas.openxmlformats.org/drawingml/2006/table">
            <a:tbl>
              <a:tblPr/>
              <a:tblGrid>
                <a:gridCol w="4686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3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18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One web application</a:t>
                      </a:r>
                      <a:endParaRPr lang="en-US" sz="125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1777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18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Create, manage and deliver courses online</a:t>
                      </a:r>
                      <a:endParaRPr lang="en-US" sz="125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1777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18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Role-based access for admin, instructor, student</a:t>
                      </a:r>
                      <a:endParaRPr lang="en-US" sz="125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1777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F55E0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Progress tracked in the same place as the content</a:t>
                      </a:r>
                      <a:endParaRPr lang="en-US" sz="125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1777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610185" y="5377259"/>
            <a:ext cx="52957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21" dirty="0">
                <a:solidFill>
                  <a:srgbClr val="2F55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This project scopes exactly that.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1413145" y="6462713"/>
            <a:ext cx="7785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95" dirty="0">
                <a:solidFill>
                  <a:srgbClr val="2F55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EAC545-3593-ED90-0E1C-F45FB44A6945}"/>
              </a:ext>
            </a:extLst>
          </p:cNvPr>
          <p:cNvSpPr/>
          <p:nvPr/>
        </p:nvSpPr>
        <p:spPr>
          <a:xfrm>
            <a:off x="11089341" y="6462714"/>
            <a:ext cx="1102354" cy="3952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58800"/>
            <a:ext cx="10972526" cy="53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0" spc="-88" dirty="0">
                <a:solidFill>
                  <a:srgbClr val="17181C"/>
                </a:solidFill>
                <a:latin typeface="Albert Sans ExtraBold" pitchFamily="34" charset="0"/>
                <a:ea typeface="Albert Sans ExtraBold" pitchFamily="34" charset="-122"/>
                <a:cs typeface="Albert Sans ExtraBold" pitchFamily="34" charset="-120"/>
              </a:rPr>
              <a:t>Project objectives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2092027"/>
            <a:ext cx="300030" cy="300038"/>
          </a:xfrm>
          <a:prstGeom prst="ellipse">
            <a:avLst/>
          </a:prstGeom>
          <a:noFill/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89355" y="2169120"/>
            <a:ext cx="750075" cy="14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2F55E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9585" y="2460724"/>
            <a:ext cx="3454314" cy="19050"/>
          </a:xfrm>
          <a:prstGeom prst="rect">
            <a:avLst/>
          </a:prstGeom>
          <a:solidFill>
            <a:srgbClr val="2F5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9585" y="2571849"/>
            <a:ext cx="3454314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0" spc="-8" dirty="0">
                <a:solidFill>
                  <a:srgbClr val="17181C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Full-stack LMS with three roles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2997895"/>
            <a:ext cx="345431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Admin, instructor and student, each with their own permissions.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70288" y="2092027"/>
            <a:ext cx="303701" cy="303709"/>
          </a:xfrm>
          <a:prstGeom prst="ellipse">
            <a:avLst/>
          </a:prstGeom>
          <a:noFill/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32199" y="2171005"/>
            <a:ext cx="789464" cy="14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2F55E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70288" y="2464395"/>
            <a:ext cx="3251019" cy="19050"/>
          </a:xfrm>
          <a:prstGeom prst="rect">
            <a:avLst/>
          </a:prstGeom>
          <a:solidFill>
            <a:srgbClr val="2F5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70288" y="2575520"/>
            <a:ext cx="3251119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0" spc="-8" dirty="0">
                <a:solidFill>
                  <a:srgbClr val="17181C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Course creation and structure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70288" y="3001566"/>
            <a:ext cx="32511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Content upload and a curriculum organized into modules.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27797" y="2092027"/>
            <a:ext cx="303999" cy="304006"/>
          </a:xfrm>
          <a:prstGeom prst="ellipse">
            <a:avLst/>
          </a:prstGeom>
          <a:noFill/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89708" y="2171105"/>
            <a:ext cx="789761" cy="14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2F55E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7797" y="2464693"/>
            <a:ext cx="3454314" cy="19050"/>
          </a:xfrm>
          <a:prstGeom prst="rect">
            <a:avLst/>
          </a:prstGeom>
          <a:solidFill>
            <a:srgbClr val="2F5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127797" y="2575818"/>
            <a:ext cx="3454314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0" spc="-8" dirty="0">
                <a:solidFill>
                  <a:srgbClr val="17181C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Authentication and tracking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7797" y="3001863"/>
            <a:ext cx="345431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Login, enrollment, and progress recorded per learner.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9585" y="3821013"/>
            <a:ext cx="312531" cy="312539"/>
          </a:xfrm>
          <a:prstGeom prst="ellipse">
            <a:avLst/>
          </a:prstGeom>
          <a:noFill/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1496" y="3904357"/>
            <a:ext cx="798294" cy="14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2F55E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9585" y="4202212"/>
            <a:ext cx="3454314" cy="19050"/>
          </a:xfrm>
          <a:prstGeom prst="rect">
            <a:avLst/>
          </a:prstGeom>
          <a:solidFill>
            <a:srgbClr val="2F5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9585" y="4313337"/>
            <a:ext cx="3454314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0" spc="-8" dirty="0">
                <a:solidFill>
                  <a:srgbClr val="17181C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Responsive interface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585" y="4739382"/>
            <a:ext cx="345431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An intuitive UI that works across desktop, tablet and phone.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470288" y="3821013"/>
            <a:ext cx="307670" cy="307677"/>
          </a:xfrm>
          <a:prstGeom prst="ellipse">
            <a:avLst/>
          </a:prstGeom>
          <a:noFill/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32199" y="3901976"/>
            <a:ext cx="793432" cy="14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50" dirty="0">
                <a:solidFill>
                  <a:srgbClr val="2F55E0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05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70288" y="4197350"/>
            <a:ext cx="3251019" cy="19050"/>
          </a:xfrm>
          <a:prstGeom prst="rect">
            <a:avLst/>
          </a:prstGeom>
          <a:solidFill>
            <a:srgbClr val="2F5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470288" y="4308475"/>
            <a:ext cx="3251119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0" spc="-8" dirty="0">
                <a:solidFill>
                  <a:srgbClr val="17181C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Secure, scalable backend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70288" y="4734520"/>
            <a:ext cx="32511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REST API architecture with validation at the boundary.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127797" y="3821013"/>
            <a:ext cx="345431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13145" y="6462713"/>
            <a:ext cx="7785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95" dirty="0">
                <a:solidFill>
                  <a:srgbClr val="2F55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5A6DF5-6AB5-A82D-2E1C-5FB1C5B7F2F8}"/>
              </a:ext>
            </a:extLst>
          </p:cNvPr>
          <p:cNvSpPr/>
          <p:nvPr/>
        </p:nvSpPr>
        <p:spPr>
          <a:xfrm>
            <a:off x="11089341" y="6462713"/>
            <a:ext cx="1013012" cy="357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CA00DF-0690-CE56-12B5-BFFE39AD4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03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0972526" cy="51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800" kern="0" spc="-84" dirty="0">
                <a:solidFill>
                  <a:srgbClr val="17181C"/>
                </a:solidFill>
                <a:latin typeface="Albert Sans ExtraBold" pitchFamily="34" charset="0"/>
                <a:ea typeface="Albert Sans ExtraBold" pitchFamily="34" charset="-122"/>
                <a:cs typeface="Albert Sans ExtraBold" pitchFamily="34" charset="-120"/>
              </a:rPr>
              <a:t>Functional modules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585" y="1313160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E3E5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84" y="1590973"/>
            <a:ext cx="228594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060873"/>
            <a:ext cx="255005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0" spc="105" dirty="0">
                <a:solidFill>
                  <a:srgbClr val="6E717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USER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9585" y="2332930"/>
            <a:ext cx="1940472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8" dirty="0">
                <a:solidFill>
                  <a:srgbClr val="17181C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Accounts and access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09585" y="3056037"/>
            <a:ext cx="194047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Registration, login, and role-based access for admin, instructor and student.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743" y="1590973"/>
            <a:ext cx="228594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58044" y="2060873"/>
            <a:ext cx="229606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0" spc="105" dirty="0">
                <a:solidFill>
                  <a:srgbClr val="6E717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COURSE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058044" y="2332930"/>
            <a:ext cx="1686478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8" dirty="0">
                <a:solidFill>
                  <a:srgbClr val="17181C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Create and structure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058044" y="3056037"/>
            <a:ext cx="168647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Course creation, content upload, and curriculum structuring into modules.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209" y="1590973"/>
            <a:ext cx="228594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2509" y="2060873"/>
            <a:ext cx="22961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0" spc="105" dirty="0">
                <a:solidFill>
                  <a:srgbClr val="6E717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ENROLLMENT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252509" y="2332930"/>
            <a:ext cx="1686577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8" dirty="0">
                <a:solidFill>
                  <a:srgbClr val="17181C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Browse and progress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252509" y="3056037"/>
            <a:ext cx="1686577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Browsing the catalogue, enrolling in a course, and tracking completion.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9774" y="1590973"/>
            <a:ext cx="228594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47074" y="2060873"/>
            <a:ext cx="229606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0" spc="105" dirty="0">
                <a:solidFill>
                  <a:srgbClr val="6E717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7447074" y="2332930"/>
            <a:ext cx="1686478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8" dirty="0">
                <a:solidFill>
                  <a:srgbClr val="17181C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Quizzes and grading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7447074" y="3056037"/>
            <a:ext cx="168647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Quizzes, learner submissions, and grading tied back to the course.</a:t>
            </a:r>
            <a:endParaRPr lang="en-US" sz="13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4239" y="1590973"/>
            <a:ext cx="228594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41539" y="2060873"/>
            <a:ext cx="255015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0" spc="105" dirty="0">
                <a:solidFill>
                  <a:srgbClr val="6E717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ADMIN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9641539" y="2332930"/>
            <a:ext cx="1940571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8" dirty="0">
                <a:solidFill>
                  <a:srgbClr val="17181C"/>
                </a:solidFill>
                <a:latin typeface="Albert Sans Medium" pitchFamily="34" charset="0"/>
                <a:ea typeface="Albert Sans Medium" pitchFamily="34" charset="-122"/>
                <a:cs typeface="Albert Sans Medium" pitchFamily="34" charset="-120"/>
              </a:rPr>
              <a:t>Oversight dashboard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9641539" y="3056037"/>
            <a:ext cx="1940571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 single dashboard for user and course oversight across the platform.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2797700" y="1578273"/>
            <a:ext cx="12700" cy="2468364"/>
          </a:xfrm>
          <a:prstGeom prst="rect">
            <a:avLst/>
          </a:prstGeom>
          <a:solidFill>
            <a:srgbClr val="E3E5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4992166" y="1578273"/>
            <a:ext cx="12700" cy="2468364"/>
          </a:xfrm>
          <a:prstGeom prst="rect">
            <a:avLst/>
          </a:prstGeom>
          <a:solidFill>
            <a:srgbClr val="E3E5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7186730" y="1578273"/>
            <a:ext cx="12700" cy="2468364"/>
          </a:xfrm>
          <a:prstGeom prst="rect">
            <a:avLst/>
          </a:prstGeom>
          <a:solidFill>
            <a:srgbClr val="E3E5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9381196" y="1578273"/>
            <a:ext cx="12700" cy="2468364"/>
          </a:xfrm>
          <a:prstGeom prst="rect">
            <a:avLst/>
          </a:prstGeom>
          <a:solidFill>
            <a:srgbClr val="E3E5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/>
          <p:nvPr/>
        </p:nvSpPr>
        <p:spPr>
          <a:xfrm>
            <a:off x="11413145" y="6462713"/>
            <a:ext cx="7785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95" dirty="0">
                <a:solidFill>
                  <a:srgbClr val="2F55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</a:t>
            </a:r>
            <a:endParaRPr lang="en-US" sz="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2FECFB-B332-8F7E-78F8-C7542F6B8B29}"/>
              </a:ext>
            </a:extLst>
          </p:cNvPr>
          <p:cNvSpPr/>
          <p:nvPr/>
        </p:nvSpPr>
        <p:spPr>
          <a:xfrm>
            <a:off x="11017625" y="6462714"/>
            <a:ext cx="1102658" cy="3325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33400"/>
            <a:ext cx="10769331" cy="51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800" kern="0" spc="-84" dirty="0">
                <a:solidFill>
                  <a:srgbClr val="17181C"/>
                </a:solidFill>
                <a:latin typeface="Albert Sans ExtraBold" pitchFamily="34" charset="0"/>
                <a:ea typeface="Albert Sans ExtraBold" pitchFamily="34" charset="-122"/>
                <a:cs typeface="Albert Sans ExtraBold" pitchFamily="34" charset="-120"/>
              </a:rPr>
              <a:t>Development workflow</a:t>
            </a:r>
            <a:endParaRPr lang="en-US" sz="3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164504"/>
              </p:ext>
            </p:extLst>
          </p:nvPr>
        </p:nvGraphicFramePr>
        <p:xfrm>
          <a:off x="711182" y="1721513"/>
          <a:ext cx="10769331" cy="3414973"/>
        </p:xfrm>
        <a:graphic>
          <a:graphicData uri="http://schemas.openxmlformats.org/drawingml/2006/table">
            <a:tbl>
              <a:tblPr/>
              <a:tblGrid>
                <a:gridCol w="2153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5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kern="0" spc="21" dirty="0">
                          <a:solidFill>
                            <a:srgbClr val="6E7179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BRANCH</a:t>
                      </a:r>
                      <a:endParaRPr lang="en-US" sz="20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2031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7181C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Codebase on Git and GitHub — a feature branch per module.</a:t>
                      </a:r>
                      <a:endParaRPr lang="en-US" sz="20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279393" marR="64008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kern="0" spc="21" dirty="0">
                          <a:solidFill>
                            <a:srgbClr val="6E7179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API FIRST</a:t>
                      </a:r>
                      <a:endParaRPr lang="en-US" sz="20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203195" marT="126997" marB="1269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7181C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Endpoints built and tested in Postman — before any frontend integration.</a:t>
                      </a:r>
                      <a:endParaRPr lang="en-US" sz="20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279393" marR="64008" marT="126997" marB="1269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kern="0" spc="21" dirty="0">
                          <a:solidFill>
                            <a:srgbClr val="6E7179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IN PARALLEL</a:t>
                      </a:r>
                      <a:endParaRPr lang="en-US" sz="20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203195" marT="177796" marB="17779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7181C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Frontend and backend developed side by side — integrated at sprint checkpoints.</a:t>
                      </a:r>
                      <a:endParaRPr lang="en-US" sz="20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279393" marR="64008" marT="177796" marB="17779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kern="0" spc="21" dirty="0">
                          <a:solidFill>
                            <a:srgbClr val="6E7179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REVIEW</a:t>
                      </a:r>
                      <a:endParaRPr lang="en-US" sz="20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64008" marR="203195" marT="177796" marB="17779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7181C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Reviewed and merged once the module passes testing — then the next branch opens.</a:t>
                      </a:r>
                      <a:endParaRPr lang="en-US" sz="20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279393" marR="64008" marT="177796" marB="17779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11182" y="4736108"/>
            <a:ext cx="1137891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413145" y="6462713"/>
            <a:ext cx="7785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95" dirty="0">
                <a:solidFill>
                  <a:srgbClr val="2F55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</a:t>
            </a:r>
            <a:endParaRPr lang="en-US" sz="9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C4BC0C-51B9-8CA8-43C4-7457094E8D65}"/>
              </a:ext>
            </a:extLst>
          </p:cNvPr>
          <p:cNvSpPr/>
          <p:nvPr/>
        </p:nvSpPr>
        <p:spPr>
          <a:xfrm>
            <a:off x="11035553" y="6426013"/>
            <a:ext cx="1156142" cy="3952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84200"/>
            <a:ext cx="11378915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4000" b="1" kern="0" spc="105" dirty="0">
                <a:solidFill>
                  <a:srgbClr val="6E7179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EXPECTED OUTCOME</a:t>
            </a:r>
            <a:endParaRPr lang="en-US" sz="4000" b="1" dirty="0"/>
          </a:p>
        </p:txBody>
      </p:sp>
      <p:sp>
        <p:nvSpPr>
          <p:cNvPr id="3" name="Text 1"/>
          <p:cNvSpPr/>
          <p:nvPr/>
        </p:nvSpPr>
        <p:spPr>
          <a:xfrm>
            <a:off x="711182" y="1747639"/>
            <a:ext cx="10769331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200" kern="0" spc="-88" dirty="0">
                <a:solidFill>
                  <a:srgbClr val="17181C"/>
                </a:solidFill>
                <a:latin typeface="Albert Sans ExtraBold" pitchFamily="34" charset="0"/>
                <a:ea typeface="Albert Sans ExtraBold" pitchFamily="34" charset="-122"/>
                <a:cs typeface="Albert Sans ExtraBold" pitchFamily="34" charset="-120"/>
              </a:rPr>
              <a:t>A working LMS, and </a:t>
            </a:r>
            <a:r>
              <a:rPr lang="en-US" sz="3200" kern="0" spc="-88" dirty="0">
                <a:solidFill>
                  <a:srgbClr val="2F55E0"/>
                </a:solidFill>
                <a:latin typeface="Albert Sans ExtraBold" pitchFamily="34" charset="0"/>
                <a:ea typeface="Albert Sans ExtraBold" pitchFamily="34" charset="-122"/>
                <a:cs typeface="Albert Sans ExtraBold" pitchFamily="34" charset="-120"/>
              </a:rPr>
              <a:t>the practice of shipping 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1181" y="2657674"/>
            <a:ext cx="10769331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04800" indent="-304800" algn="l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181C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A fully functional LMS.</a:t>
            </a:r>
            <a:r>
              <a:rPr lang="en-US" sz="20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Students browse, enroll in, and complete courses in one place.</a:t>
            </a:r>
            <a:endParaRPr lang="en-US" sz="2000" dirty="0"/>
          </a:p>
          <a:p>
            <a:pPr marL="304800" indent="-304800" algn="l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181C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Instructor content tools.</a:t>
            </a:r>
            <a:r>
              <a:rPr lang="en-US" sz="20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Courses and their material are created and managed without help from an admin.</a:t>
            </a:r>
            <a:endParaRPr lang="en-US" sz="2000" dirty="0"/>
          </a:p>
          <a:p>
            <a:pPr marL="304800" indent="-304800" algn="l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181C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A centralized admin dashboard.</a:t>
            </a:r>
            <a:r>
              <a:rPr lang="en-US" sz="20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Users and courses are overseen from a single view.</a:t>
            </a:r>
            <a:endParaRPr lang="en-US" sz="2000" dirty="0"/>
          </a:p>
          <a:p>
            <a:pPr marL="304800" indent="-304800" algn="l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181C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Hands-on full-stack experience.</a:t>
            </a:r>
            <a:r>
              <a:rPr lang="en-US" sz="20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API design, database modelling, and real-world project delivery.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1182" y="5582741"/>
            <a:ext cx="10769331" cy="19050"/>
          </a:xfrm>
          <a:prstGeom prst="roundRect">
            <a:avLst>
              <a:gd name="adj" fmla="val 49999"/>
            </a:avLst>
          </a:prstGeom>
          <a:solidFill>
            <a:srgbClr val="E3E5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1182" y="4884936"/>
            <a:ext cx="1137891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413145" y="6462713"/>
            <a:ext cx="7785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95" dirty="0">
                <a:solidFill>
                  <a:srgbClr val="2F55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</a:t>
            </a:r>
            <a:endParaRPr lang="en-US" sz="9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548B3F-8B49-A37B-49AE-033C930CB141}"/>
              </a:ext>
            </a:extLst>
          </p:cNvPr>
          <p:cNvSpPr/>
          <p:nvPr/>
        </p:nvSpPr>
        <p:spPr>
          <a:xfrm>
            <a:off x="11080376" y="6462713"/>
            <a:ext cx="1111319" cy="357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58800"/>
            <a:ext cx="6659694" cy="51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800" kern="0" spc="-84" dirty="0">
                <a:solidFill>
                  <a:srgbClr val="17181C"/>
                </a:solidFill>
                <a:latin typeface="Albert Sans ExtraBold" pitchFamily="34" charset="0"/>
                <a:ea typeface="Albert Sans ExtraBold" pitchFamily="34" charset="-122"/>
                <a:cs typeface="Albert Sans ExtraBold" pitchFamily="34" charset="-120"/>
              </a:rPr>
              <a:t>Future enhancements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368723"/>
            <a:ext cx="693422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E7179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09397" y="1295698"/>
            <a:ext cx="55598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7181C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Live virtual classrooms.</a:t>
            </a:r>
            <a:r>
              <a:rPr lang="en-US" sz="16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Video conferencing integrated into the course page.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092623"/>
            <a:ext cx="693422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E7179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09397" y="2019598"/>
            <a:ext cx="55598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7181C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AI-based course recommendations.</a:t>
            </a:r>
            <a:r>
              <a:rPr lang="en-US" sz="16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Suggestions tailored to learner progress.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2816523"/>
            <a:ext cx="693422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E7179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09397" y="2743498"/>
            <a:ext cx="616946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7181C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Mobile app version.</a:t>
            </a:r>
            <a:r>
              <a:rPr lang="en-US" sz="16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The same courses, available on the go.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585" y="3254673"/>
            <a:ext cx="693422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E7179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09397" y="3181648"/>
            <a:ext cx="55598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7181C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Certification and badges.</a:t>
            </a:r>
            <a:r>
              <a:rPr lang="en-US" sz="16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Issued automatically on course completion.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585" y="3978573"/>
            <a:ext cx="693422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6E7179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09397" y="3905548"/>
            <a:ext cx="616946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7181C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Analytics dashboard.</a:t>
            </a:r>
            <a:r>
              <a:rPr lang="en-US" sz="1600" dirty="0">
                <a:solidFill>
                  <a:srgbClr val="17181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Deeper insight into learner performance.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26368" y="558800"/>
            <a:ext cx="3855643" cy="2369542"/>
          </a:xfrm>
          <a:prstGeom prst="rect">
            <a:avLst/>
          </a:prstGeom>
          <a:solidFill>
            <a:srgbClr val="E8ED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31160" y="863600"/>
            <a:ext cx="3246059" cy="1759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200" b="1" kern="0" spc="24" dirty="0">
                <a:solidFill>
                  <a:srgbClr val="000000"/>
                </a:solidFill>
                <a:latin typeface="Geist Mono Bold" pitchFamily="34" charset="0"/>
                <a:ea typeface="Geist Mono Bold" pitchFamily="34" charset="-122"/>
                <a:cs typeface="Geist Mono Bold" pitchFamily="34" charset="-120"/>
              </a:rPr>
              <a:t>Next</a:t>
            </a:r>
            <a:r>
              <a:rPr lang="en-US" sz="1200" kern="0" spc="24" dirty="0">
                <a:solidFill>
                  <a:srgbClr val="00000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· live classrooms and certificates build on modules already in place</a:t>
            </a:r>
            <a:endParaRPr lang="en-US" sz="1200" dirty="0"/>
          </a:p>
          <a:p>
            <a:pPr marL="0" indent="0" algn="l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200" b="1" kern="0" spc="24" dirty="0">
                <a:solidFill>
                  <a:srgbClr val="000000"/>
                </a:solidFill>
                <a:latin typeface="Geist Mono Bold" pitchFamily="34" charset="0"/>
                <a:ea typeface="Geist Mono Bold" pitchFamily="34" charset="-122"/>
                <a:cs typeface="Geist Mono Bold" pitchFamily="34" charset="-120"/>
              </a:rPr>
              <a:t>Later</a:t>
            </a:r>
            <a:r>
              <a:rPr lang="en-US" sz="1200" kern="0" spc="24" dirty="0">
                <a:solidFill>
                  <a:srgbClr val="00000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· recommendations and analytics need usage data first</a:t>
            </a:r>
            <a:endParaRPr lang="en-US" sz="12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200" b="1" kern="0" spc="24" dirty="0">
                <a:solidFill>
                  <a:srgbClr val="000000"/>
                </a:solidFill>
                <a:latin typeface="Geist Mono Bold" pitchFamily="34" charset="0"/>
                <a:ea typeface="Geist Mono Bold" pitchFamily="34" charset="-122"/>
                <a:cs typeface="Geist Mono Bold" pitchFamily="34" charset="-120"/>
              </a:rPr>
              <a:t>Separate track</a:t>
            </a:r>
            <a:r>
              <a:rPr lang="en-US" sz="1200" kern="0" spc="24" dirty="0">
                <a:solidFill>
                  <a:srgbClr val="00000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· the mobile client reuses the same REST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48884" y="5541070"/>
            <a:ext cx="650351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6329363"/>
            <a:ext cx="12191695" cy="19050"/>
          </a:xfrm>
          <a:prstGeom prst="roundRect">
            <a:avLst>
              <a:gd name="adj" fmla="val 49999"/>
            </a:avLst>
          </a:prstGeom>
          <a:solidFill>
            <a:srgbClr val="2F55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1413145" y="6462713"/>
            <a:ext cx="7785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kern="0" spc="95" dirty="0">
                <a:solidFill>
                  <a:srgbClr val="2F55E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</a:t>
            </a:r>
            <a:endParaRPr lang="en-US" sz="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0A0B59-0117-293B-8BE0-16159D156D97}"/>
              </a:ext>
            </a:extLst>
          </p:cNvPr>
          <p:cNvSpPr/>
          <p:nvPr/>
        </p:nvSpPr>
        <p:spPr>
          <a:xfrm>
            <a:off x="11098306" y="6462713"/>
            <a:ext cx="1021976" cy="357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F1D86E-964F-01CD-10EA-DC1F10299097}"/>
              </a:ext>
            </a:extLst>
          </p:cNvPr>
          <p:cNvSpPr/>
          <p:nvPr/>
        </p:nvSpPr>
        <p:spPr>
          <a:xfrm>
            <a:off x="11004884" y="6529137"/>
            <a:ext cx="1187116" cy="2566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4F698F-5629-0CB9-657B-6D9837B42A66}"/>
              </a:ext>
            </a:extLst>
          </p:cNvPr>
          <p:cNvSpPr/>
          <p:nvPr/>
        </p:nvSpPr>
        <p:spPr>
          <a:xfrm>
            <a:off x="0" y="2967335"/>
            <a:ext cx="1219200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bert Sans ExtraBold" panose="020B0604020202020204" charset="0"/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D70E81-D2EA-F0FA-D0BE-408177F808B0}"/>
              </a:ext>
            </a:extLst>
          </p:cNvPr>
          <p:cNvSpPr/>
          <p:nvPr/>
        </p:nvSpPr>
        <p:spPr>
          <a:xfrm>
            <a:off x="0" y="0"/>
            <a:ext cx="906379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FCFB3B-2CF3-3A66-D7AA-ACC1EC8F3FBC}"/>
              </a:ext>
            </a:extLst>
          </p:cNvPr>
          <p:cNvSpPr/>
          <p:nvPr/>
        </p:nvSpPr>
        <p:spPr>
          <a:xfrm>
            <a:off x="1636295" y="1"/>
            <a:ext cx="906379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589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753</Words>
  <Application>Microsoft Office PowerPoint</Application>
  <PresentationFormat>Widescreen</PresentationFormat>
  <Paragraphs>120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Geist Mono Bold</vt:lpstr>
      <vt:lpstr>Geist Mono Medium</vt:lpstr>
      <vt:lpstr>Albert Sans ExtraBold</vt:lpstr>
      <vt:lpstr>Albert Sans</vt:lpstr>
      <vt:lpstr>Albert Sans SemiBold</vt:lpstr>
      <vt:lpstr>Geist Mono SemiBold</vt:lpstr>
      <vt:lpstr>Albert Sans Bold</vt:lpstr>
      <vt:lpstr>Geist Mono</vt:lpstr>
      <vt:lpstr>Albert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Arpit Bhardwaj</cp:lastModifiedBy>
  <cp:revision>1</cp:revision>
  <dcterms:created xsi:type="dcterms:W3CDTF">2026-09-10T10:00:40Z</dcterms:created>
  <dcterms:modified xsi:type="dcterms:W3CDTF">2026-09-10T13:09:12Z</dcterms:modified>
</cp:coreProperties>
</file>